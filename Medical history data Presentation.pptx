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7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87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2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1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8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1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4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7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0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6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46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1918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58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0744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35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64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0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147DED-617C-4BEC-B66E-33C13796EC43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5037A86-A971-4566-B62F-9D83FEB91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12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CA19-7B8D-0D5D-EE7C-F1A1AF4D6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5941" y="872411"/>
            <a:ext cx="7340115" cy="844421"/>
          </a:xfrm>
        </p:spPr>
        <p:txBody>
          <a:bodyPr/>
          <a:lstStyle/>
          <a:p>
            <a:r>
              <a:rPr lang="en-IN" dirty="0"/>
              <a:t>Medical history data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A0E0B-39A0-6110-11C4-7F1DF742F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825206"/>
            <a:ext cx="6400800" cy="194733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IN" dirty="0"/>
              <a:t>Presented By: </a:t>
            </a:r>
          </a:p>
          <a:p>
            <a:pPr lvl="1" algn="l">
              <a:lnSpc>
                <a:spcPct val="110000"/>
              </a:lnSpc>
            </a:pPr>
            <a:r>
              <a:rPr lang="en-IN" dirty="0"/>
              <a:t>Kaneshk P M</a:t>
            </a:r>
          </a:p>
          <a:p>
            <a:pPr lvl="1" algn="l">
              <a:lnSpc>
                <a:spcPct val="110000"/>
              </a:lnSpc>
            </a:pPr>
            <a:r>
              <a:rPr lang="en-IN" dirty="0"/>
              <a:t>Hari Prasanth S</a:t>
            </a:r>
          </a:p>
          <a:p>
            <a:pPr lvl="1" algn="l">
              <a:lnSpc>
                <a:spcPct val="110000"/>
              </a:lnSpc>
            </a:pPr>
            <a:r>
              <a:rPr lang="en-IN" dirty="0" err="1"/>
              <a:t>Rihaaf</a:t>
            </a:r>
            <a:r>
              <a:rPr lang="en-IN" dirty="0"/>
              <a:t> </a:t>
            </a:r>
            <a:r>
              <a:rPr lang="en-IN" dirty="0" err="1"/>
              <a:t>Tawbeeqa</a:t>
            </a:r>
            <a:endParaRPr lang="en-IN" dirty="0"/>
          </a:p>
          <a:p>
            <a:pPr lvl="1" algn="l">
              <a:lnSpc>
                <a:spcPct val="110000"/>
              </a:lnSpc>
            </a:pPr>
            <a:r>
              <a:rPr lang="en-IN" dirty="0"/>
              <a:t>Gokul Krishnan B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EEA803-DB54-9816-B3EE-17F8B08BA5D7}"/>
              </a:ext>
            </a:extLst>
          </p:cNvPr>
          <p:cNvSpPr txBox="1">
            <a:spLocks/>
          </p:cNvSpPr>
          <p:nvPr/>
        </p:nvSpPr>
        <p:spPr>
          <a:xfrm>
            <a:off x="3767986" y="1716832"/>
            <a:ext cx="4656027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IN" b="1" dirty="0"/>
              <a:t>Project id: </a:t>
            </a:r>
            <a:r>
              <a:rPr lang="en-IN" b="1" dirty="0" err="1"/>
              <a:t>prsql</a:t>
            </a:r>
            <a:r>
              <a:rPr lang="en-IN" b="1" dirty="0"/>
              <a:t> – 02</a:t>
            </a:r>
          </a:p>
          <a:p>
            <a:pPr>
              <a:lnSpc>
                <a:spcPct val="120000"/>
              </a:lnSpc>
            </a:pPr>
            <a:r>
              <a:rPr lang="en-IN" b="1" dirty="0"/>
              <a:t>Team ID : </a:t>
            </a:r>
            <a:r>
              <a:rPr lang="en-US" b="1" dirty="0"/>
              <a:t>PTID-CDA-NOV-25-826 </a:t>
            </a:r>
          </a:p>
        </p:txBody>
      </p:sp>
    </p:spTree>
    <p:extLst>
      <p:ext uri="{BB962C8B-B14F-4D97-AF65-F5344CB8AC3E}">
        <p14:creationId xmlns:p14="http://schemas.microsoft.com/office/powerpoint/2010/main" val="330179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2466228" y="1885600"/>
            <a:ext cx="7259544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Understand patient demographics, medical history, and regional distribution through SQL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filtering, grouping, joins, formatting and calculations to extract insights.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Strengthen SQL query-writing skills in a real-world dataset context.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3821277" y="455316"/>
            <a:ext cx="4549443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Project objective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9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2386016" y="1539411"/>
            <a:ext cx="8169690" cy="3779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Four main tables 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	patients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	admissions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	doctors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	</a:t>
            </a:r>
            <a:r>
              <a:rPr lang="en-IN" dirty="0" err="1"/>
              <a:t>province_names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Contains demographic, clinical, geographical, and doctor-specialty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Supports comprehensive relational analysis through JOINs and aggregation.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3821278" y="408663"/>
            <a:ext cx="4549443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Database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21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65861" y="1592260"/>
            <a:ext cx="9460277" cy="294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SELECT *  queries across all tables to review raw records, validate table existence, and understand the initial structure and data volume.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Checked column names, data types, and relationships such as </a:t>
            </a:r>
            <a:r>
              <a:rPr lang="en-IN" dirty="0" err="1"/>
              <a:t>patient_id</a:t>
            </a:r>
            <a:r>
              <a:rPr lang="en-IN" dirty="0"/>
              <a:t>, </a:t>
            </a:r>
            <a:r>
              <a:rPr lang="en-IN" dirty="0" err="1"/>
              <a:t>province_id</a:t>
            </a:r>
            <a:r>
              <a:rPr lang="en-IN" dirty="0"/>
              <a:t>, and attending </a:t>
            </a:r>
            <a:r>
              <a:rPr lang="en-IN" dirty="0" err="1"/>
              <a:t>doctor_id</a:t>
            </a:r>
            <a:r>
              <a:rPr lang="en-IN" dirty="0"/>
              <a:t> to confirm how tables connect. Also inspected missing or NULL fields that might impact query results.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Ensured the dataset was consistent and complete enough for the 34 SQL operations by validating schema integrity, and identifying missing or NULL values.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4190418" y="380672"/>
            <a:ext cx="3811163" cy="83230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300" dirty="0"/>
              <a:t>Data inspection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25105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030050" y="1979991"/>
            <a:ext cx="10131900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Queried male patients, patients without allergies, and first names starting with specific letters to understand dataset diversity.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Retrieved specific ranges (e.g. weight between 100-120 kg) to practice conditional filtering.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Generated readable output by constructing full names using CONCAT for presentation-friendly results.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231231" y="623267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Basic data retrieval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34968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0" y="1763346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Attempted to standardize allergy information by replacing NULL values with “NKA”, identifying write-permission limitations in the process.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Inspected missing fields to understand where data inconsistencies might affect later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Highlighted the importance of preprocessing before performing analytical operations.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231230" y="511300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Data cleaning &amp; quality checks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92003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1" y="1721932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Joined Patients with Province Names to display complete geographic information for each individual.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Connected Admissions with Patients to retrieve diagnosis-based details and identify disease occurrence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multi-table joins to extract cases such as dementia diagnoses and doctor involvement.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231231" y="315357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Join Operations across tables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768957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83630" y="1684610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Counted patients by gender, birth year, and total admission count to build demographic summaries.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Leveraged SQL functions like COUNT(), YEAR(), and CASE to compute grouped statistics effectively.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queries provided foundational metrics for trend analysis and dataset understanding.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Aggregations &amp; statistical queries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338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83630" y="1740594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Retrieved first names appearing only once using GROUP BY  and  HAVING to detect uniqueness in the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Identified repeated admissions for the same diagnosis by grouping </a:t>
            </a:r>
            <a:r>
              <a:rPr lang="en-IN" dirty="0" err="1"/>
              <a:t>patient_id</a:t>
            </a:r>
            <a:r>
              <a:rPr lang="en-IN" dirty="0"/>
              <a:t> and diagnosis combinations.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Demonstrated SQL’s ability to highlight repetition, anomalies, and special-case patterns in the data.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Grouping with conditional logic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32233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231231" y="1964528"/>
            <a:ext cx="9729537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Ordered first name by character length and alphabetically to reveal distribution and structure of naming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formatted outputs like “</a:t>
            </a:r>
            <a:r>
              <a:rPr lang="en-IN" dirty="0" err="1"/>
              <a:t>LASTNAME,firstname</a:t>
            </a:r>
            <a:r>
              <a:rPr lang="en-IN" dirty="0"/>
              <a:t>” using UPPER(), LOWER() and CONCAT for report-ready display.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Improved readability and standardized text presentation for downstream usage.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Sorting &amp; Text formatting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93003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231231" y="1824569"/>
            <a:ext cx="9729537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Extracted unique cities in the province “NS” to understand regional patient distribution.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Calculated total patient height per province and filtered results where height exceeded 7000 units.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Demonstrated how geographic identifiers add value to healthcare trend analysis.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Geographic data analysis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58103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1" y="1927205"/>
            <a:ext cx="9577138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Grouped patients into 10-kg weight ranges to study overall weight distribution across the population.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Calculated BMI using height and weight marking patients as obese or non-obese based on standard medical criteria.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Showcased the usefulness of derived metrics in health-based decision-making.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Weight groups &amp; </a:t>
            </a:r>
            <a:r>
              <a:rPr lang="en-IN" sz="3300" dirty="0" err="1"/>
              <a:t>bmi</a:t>
            </a:r>
            <a:r>
              <a:rPr lang="en-IN" sz="3300" dirty="0"/>
              <a:t> indicators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47215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1" y="1787246"/>
            <a:ext cx="9577138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Evaluated admissions frequency by day of the month to detect peak hospital visit periods.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Identified patients born between 1970 – 1979 and sorted them chronologically for generational insights.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DATE functions to highlight patterns and behaviours across time-based data.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Time &amp; date-based analytics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870790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1" y="1507328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Merged doctor and patient lists using UNION ALL while labelling roles to show workforce vs patient distribution.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Retrieved cases where epilepsy diagnoses were specifically handled by </a:t>
            </a:r>
            <a:r>
              <a:rPr lang="en-IN" dirty="0" err="1"/>
              <a:t>Dr.</a:t>
            </a:r>
            <a:r>
              <a:rPr lang="en-IN" dirty="0"/>
              <a:t> Lisa through JOIN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Illustrated precise filtering in multi-criteria scenarios using combined relational logic.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Combined entity analysis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89274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091047-B6C9-3B9A-9640-7AD6818A22C3}"/>
              </a:ext>
            </a:extLst>
          </p:cNvPr>
          <p:cNvSpPr txBox="1">
            <a:spLocks/>
          </p:cNvSpPr>
          <p:nvPr/>
        </p:nvSpPr>
        <p:spPr>
          <a:xfrm>
            <a:off x="1231231" y="3006789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dirty="0"/>
              <a:t>SQL queries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8105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CDFB93-1266-C334-1160-EACD6678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351995"/>
            <a:ext cx="8002117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36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4AF47C-5386-F44C-B861-96A46EF98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561575"/>
            <a:ext cx="9269119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2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AD3C8-410F-0CB3-5B5A-FF522D03D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480" y="781439"/>
            <a:ext cx="9509039" cy="5295122"/>
          </a:xfrm>
        </p:spPr>
      </p:pic>
    </p:spTree>
    <p:extLst>
      <p:ext uri="{BB962C8B-B14F-4D97-AF65-F5344CB8AC3E}">
        <p14:creationId xmlns:p14="http://schemas.microsoft.com/office/powerpoint/2010/main" val="2247862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E0B9E-641E-7763-3471-8854F514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37" y="583163"/>
            <a:ext cx="9465326" cy="569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88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96DD58-A4DF-F90C-A108-570FCFD33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571101"/>
            <a:ext cx="979306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D34202-49A7-874C-A0A9-E659B3F8E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04" y="571101"/>
            <a:ext cx="10624591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3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269F19-EB41-F29F-E1EA-B314BF84E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44" y="715118"/>
            <a:ext cx="9916712" cy="54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86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B23B2B-4D64-0EAA-E4E7-FAB4FB47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71" y="682304"/>
            <a:ext cx="10217857" cy="54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20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B90C0B-5985-14B6-E9A8-5626A81D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40" y="392723"/>
            <a:ext cx="10613920" cy="607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07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17431-EEFB-E7B3-3B23-C97A1F3E0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53" y="503853"/>
            <a:ext cx="10422293" cy="585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11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58E96D-DCB2-E392-CB93-5483D350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376784"/>
            <a:ext cx="11081657" cy="610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82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64C6CD-C587-041E-20B1-3F03081D5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280548"/>
            <a:ext cx="9097645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9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1384B0-70A8-BA28-C59E-C203523ED51A}"/>
              </a:ext>
            </a:extLst>
          </p:cNvPr>
          <p:cNvSpPr txBox="1"/>
          <p:nvPr/>
        </p:nvSpPr>
        <p:spPr>
          <a:xfrm>
            <a:off x="1307430" y="1871222"/>
            <a:ext cx="9577138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Successfully executed 34 SQL queries covering filtering, joins, grouping, formatting, date operations, and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Extracted key health insights: demographic patterns, admission trends, weight/</a:t>
            </a:r>
            <a:r>
              <a:rPr lang="en-IN"/>
              <a:t>BMI insights, </a:t>
            </a:r>
            <a:r>
              <a:rPr lang="en-IN" dirty="0"/>
              <a:t>and province-based summaries.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Improved SQL expertise, learned optimization techniques and built a foundation for advanced reporting and visualization.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BD3397-9328-E067-A8C8-B323FAD23A3F}"/>
              </a:ext>
            </a:extLst>
          </p:cNvPr>
          <p:cNvSpPr txBox="1">
            <a:spLocks/>
          </p:cNvSpPr>
          <p:nvPr/>
        </p:nvSpPr>
        <p:spPr>
          <a:xfrm>
            <a:off x="1307430" y="408663"/>
            <a:ext cx="9729538" cy="8444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300" dirty="0"/>
              <a:t>Final outcomes &amp; learning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33049225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309</TotalTime>
  <Words>746</Words>
  <Application>Microsoft Office PowerPoint</Application>
  <PresentationFormat>Widescreen</PresentationFormat>
  <Paragraphs>69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Century Gothic</vt:lpstr>
      <vt:lpstr>Wingdings</vt:lpstr>
      <vt:lpstr>Wingdings 3</vt:lpstr>
      <vt:lpstr>Slice</vt:lpstr>
      <vt:lpstr>Medical history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KANESHK P M</dc:creator>
  <cp:lastModifiedBy>KANESHK P M</cp:lastModifiedBy>
  <cp:revision>3</cp:revision>
  <dcterms:created xsi:type="dcterms:W3CDTF">2025-12-10T06:38:33Z</dcterms:created>
  <dcterms:modified xsi:type="dcterms:W3CDTF">2025-12-10T11:50:19Z</dcterms:modified>
</cp:coreProperties>
</file>